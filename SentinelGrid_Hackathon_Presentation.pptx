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E5FF"/>
                </a:solidFill>
                <a:latin typeface="Calibri"/>
              </a:defRPr>
            </a:pPr>
            <a:r>
              <a:t>SENTINELGRID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Unified State-Wide CCTV Registry, PostGIS Spatial Analytics &amp; Real-Time Watchlist Engine</a:t>
            </a:r>
          </a:p>
          <a:p>
            <a:pPr>
              <a:spcBef>
                <a:spcPts val="2000"/>
              </a:spcBef>
              <a:defRPr sz="1600" b="1">
                <a:solidFill>
                  <a:srgbClr val="F9A826"/>
                </a:solidFill>
                <a:latin typeface="Calibri"/>
              </a:defRPr>
            </a:pPr>
            <a:r>
              <a:t>Gujarat Police Innovation Challenge 2026 (Sentinel)  |  Problem ID: KANADSHIELD26_P2_10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60152" cy="1645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2628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Key Capabilities &amp; Core Value Proposition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PostGIS 3.3 Spatial Geography (`GEOGRAPHY(POINT,4326)`) with `ST_DWithin` spatial gap analysis.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Department-Scoped Role-Based Access Control (RBAC) with tamper-evident audit logging.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Chronological GIS Vehicle Route Tracking with animated polyline playback &amp; real-time WebSocket alert stream (&lt;100ms).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Challenge: Fragmented CCTV &amp; Disconnected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00"/>
                </a:solidFill>
                <a:latin typeface="Calibri"/>
              </a:defRPr>
            </a:pPr>
            <a:r>
              <a:t>1. Siloed Surveillance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CCTV cameras deployed by Police, RTO, Municipalities, and Mining operate in total isolation.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No single state-wide directory exists to resolve ownership or stream health.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High friction during cross-department investigations.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00"/>
                </a:solidFill>
                <a:latin typeface="Calibri"/>
              </a:defRPr>
            </a:pPr>
            <a:r>
              <a:t>2. Spatial Blind Spots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Lack of GIS spatial indexing prevents calculating camera coverage radiuses.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Highways and urban zones suffer from undetected surveillance gaps.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Unable to proactively map missing coverage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00"/>
                </a:solidFill>
                <a:latin typeface="Calibri"/>
              </a:defRPr>
            </a:pPr>
            <a:r>
              <a:t>3. Manual Intercept Delay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Suspect vehicle detection requires manual video footage retrieval from NVRs.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No chronological GIS route reconstruction across multi-district camera nodes.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Alert delays span hours instead of real-time sub-second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SentinelGrid Solution: The Unified Intelligence Grid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State-Wide GIS Camera Registry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Standardized metadata registry with spatial indexing (`GEOGRAPHY(POINT,4326)`).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Supports manual single-camera onboarding &amp; automated bulk CSV upload.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Live status indicators (Active, Offline, Maintenance, Legacy Infrastructure).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PostGIS Spatial Gap Analysis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Uses PostGIS `ST_DWithin` spatial queries to instantly highlight uncovered zones.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Enables law enforcement to optimize future camera placement based on empirical gaps.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Cross-department spatial layer toggling.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AI Watchlist &amp; Real-Time Alert Ticker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5 Watchlist categories: Stolen Vehicle, Wanted Person, Missing Person, Blacklisted, Suspect.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ANPR plate extraction &amp; face cosine similarity matching engine.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Sub-100ms WebSocket push notifications with audio chime and pulsing map pins.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Chronological GIS Vehicle Tracking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4 Centerpiece: Connects detection nodes along spatial route polylines.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Full animated playback controls (Play, Pause, Speed adjustment).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Speed vector telemetry (74.2 km/h avg) &amp; timestamped camera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Architecture &amp; Hybrid Model Justification (Model 1 + Model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Hybrid Operating Model Rationale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Model 1 (CCTV Registry &amp; GIS Mapping):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Establishes spatial camera ownership, stream protocols, and coverage gap detection.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Model 3 (Watchlist Analytics &amp; Intercept):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Performs active ANPR / facial recognition matching against hotlists.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Why Hybrid (SentinelGrid) Wins: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Model 1 alone is passive metadata.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Model 3 alone lacks GIS routing context.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SentinelGrid combines spatial registry with live intercept analytics for full situational awareness.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Core Tech Stack Rationale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GIS &amp; Frontend: React.js + Vite + Leaflet.js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Lightweight visual rendering, fast build times, glassmorphism dark theme.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Backend Engine: Python + FastAPI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Native async WebSocket broadcasting, low latency REST endpoints, easy ONNX/OpenCV integration.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Spatial Database: PostgreSQL 15 + PostGIS 3.3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True spatial spatial geography indexing (`GEOGRAPHY(POINT,4326)`).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Deployment: Containerized Docker Compose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Single command deployment (`docker-compose up --build`).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PostGIS Spatial Engine &amp; Uncovered Zone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PostGIS Spatial Technical Implementation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Spatial Column: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`location GEOGRAPHY(POINT, 4326)`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Spatial Radius Query: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`SELECT * FROM cameras WHERE ST_DWithin(location, ST_MakePoint(:lng, :lat)::geography, :radius_meters);`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Key Benefits: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Replaces inaccurate floating-point distance calculations.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Enables high-performance spatial indexing over 100,000+ camera nodes.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Calculates exact geodesic distance on spherical EPSG:4326 earth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Uncovered Zones &amp; GIS Layer Control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Gap Analysis Overlay: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Calculates visual buffers (e.g. 500m / 1km radius per camera).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Identifies major highway segments lacking CCTV coverage.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Department-Scoped Spatial Filtering: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Toggle visibility by Police, RTO, Municipal, or Mining feeds.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Infrastructure Audit Flags: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Highlights Legacy Infrastructure needing optical upgrade.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Identifies Tagged Live Test nodes for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Department-Scoped RBAC &amp; Tamper-Evident Audit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Department Role-Based Access Control (RBAC)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5 Scoped Operational Departments: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1. Gujarat Police (Full Intercept &amp; Watchlist access)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2. RTO (Vehicle Registration &amp; Highway nodes)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3. Food &amp; Civil Supplies (Supply route monitoring)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4. Municipal Corporation (Urban traffic feeds)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5. Department of Mining (Checkpost surveillance)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JWT Claims &amp; Scoping: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Every REST request &amp; WebSocket session carries department claims.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Cross-department access requires explicit permission escalation.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Tamper-Evident Audit Logging System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Audit Log Schema: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`audit_log (id, user_id, department, action, target_camera_id, timestamp, ip_address)`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Security Mandate: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Every camera metadata modification, search query, or cross-dept view is recorded.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Audit Trail View: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Dedicated dashboard UI providing real-time compliance review for senior superintendents.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Prevents unauthorized surveillance &amp; ensures strict legal chain-of-custody.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Watchlist Pipeline &amp; Human-in-the-Loop Intercept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5 Watchlist Categories &amp; Matching Rules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Watchlist Categories: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Stolen Vehicle (`stolen_vehicle`) — ANPR exact/fuzzy matching.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Wanted Person (`wanted_person`) — Face embedding cosine similarity.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Missing Person (`missing_person`) — Community awareness hotlist.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Blacklisted Vehicle (`blacklisted_vehicle`) — RTO tax/permit default.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Suspect (`suspect`) — Intelligence surveillance target.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Matching Engine Architecture: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In-memory hash index for license plates + vector cosine similarity for face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00"/>
                </a:solidFill>
                <a:latin typeface="Calibri"/>
              </a:defRPr>
            </a:pPr>
            <a:r>
              <a:t>False-Positive Mitigation &amp; HITL Policy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Confidence Threshold Policy: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Scores &gt;= 85.0%: High Confidence Alert.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Scores &lt; 85.0%: Automated Secondary Verification required.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Human-in-the-Loop (HITL) Protocol: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No physical field pursuit unit is dispatched solely by automated AI.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Control room officers MUST visually inspect the snapshot popup and verify plate text / vehicle color before confirming dispatch.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Sub-100ms Real-Time WebSocket Alert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WebSocket Stream Technical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FastAPI Connection Manager: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Maintains active WebSocket connections across all control room clients.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Alert Dispatch Sequence: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1. AI Matching Engine detects target match on camera stream.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2. Event &amp; Alert records created in PostgreSQL database.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3. Async WebSocket Manager broadcasts `NEW_ALERT` JSON payload.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4. Latency measured at &lt;100ms from detection to UI 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Control Room UX &amp; Visual Feedback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Audio Chime Notification: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Instant audio alert sound triggered on alert push.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Pulsing Leaflet Map Pin: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Camera node icon animates with red pulsing halo effect.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Interactive Alert Popup: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Shows camera location, target identifier, confidence %, snapshot, and Quick Action buttons (Track Route / Dispatch Unit).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Chronological Vehicle Tracking (Step 4 Demo Centerpiece)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The Target Intercept Scenario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Target License Plate: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`GJ-01-AB-1234` (Stolen Vehicle - FIR #402/2026, Satellite PS)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Corridor Traversed: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Ahmedabad CTM Express Junction → Surat Sahara Gate (NH-48 Highway Corridor).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Telemetry Summary: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Total Camera Detections: 8 Sequential Nodes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First Timestamp: 12:45:10 UTC (Ahmedabad)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Latest Timestamp: 16:02:18 UTC (Surat)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• Avg Intercept Speed: 74.2 km/h | Vector: SOUTHBOUND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Interactive GIS Route Visualization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Connected Route Polyline: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Leaflet.js polyline connecting all 8 PostGIS camera coordinates in temporal order.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Animated Playback Controls: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Play, Pause, and Speed controls animate vehicle marker moving along highway polyline.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Chronological Timeline Sidebar: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Displays node-by-node timestamps, OCR confidence (96.5% - 98.9%), and speed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Live Jury Demonstration Script (Step 4 Walkthrough)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5-Step Jury Demo Execution Flow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1: Open Dashboard &amp; Overview (http://localhost:3000)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Highlight state-wide GIS registry, 50+ camera nodes, and dark glassmorphism layout.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2: Vehicle Route Track (Step 4 Centerpiece)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Navigate to Vehicle Route Track, search plate `GJ-01-AB-1234`, click PLAY to watch vehicle marker traverse NH-48 corridor.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3: Simulate AI Intercept Alert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Go to Live Alerts dashboard, click 'Simulate AI Intercept Alert', observe audio chime and pulsing map marker.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4: PostGIS Gap Analysis &amp; Uncovered Zones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Go to GIS Registry, toggle 'Uncovered Zones Overlay' to showcase PostGIS `ST_DWithin` spatial gap detection.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Step 5: Audit Trail &amp; Department RBAC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Toggle Cross-Dept View, open Audit Trail to verify tamper-evident logging of cross-department camera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Enterprise Scalability &amp; Disaster Recovery (DR)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Scalability &amp; Load Handling Plan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Horizontal Microservices Architecture: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Stateless FastAPI instances scaled behind NGINX / HAProxy load balancer.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Database Sharding &amp; Connection Pooling: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PostgreSQL PgBouncer connection pooler + spatial index partitioning on `location` and `timestamp`.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Redis Caching &amp; Stream Queue: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High-speed Redis pub/sub queue for ingestion frame buffering and real-time alert fan-out.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Disaster Recovery (DR) &amp; Stream Normalization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VMS Stream Adapters: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Normalizes local RTSP feeds, Hikvision/Dahua ONVIF protocols, and Govt Central REST streams.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Automated Failover Toggle Demo: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Built-in system adapter interface supporting instant failover from Primary Central Node to Secondary Standby Node.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Zero Single Point of Failure (SPOF):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Ensures continuous operation even during regional network partitions.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Governance &amp; DPDP Act 2023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Digital Personal Data Protection (DPDP) Act 2023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Purpose-Limitation Framework: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Surveillance metadata processing strictly restricted to law enforcement &amp; public safety mandates.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Non-Watchlist Data Purging: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Video frames and non-matching ANPR reads are automatically purged after 30 days.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Anonymization &amp; Privacy Masking: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Automated blurring of bystander faces and non-target license plates during playback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Data Security &amp; Consent Framing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End-to-End Encryption: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TLS 1.3 encryption in transit for RTSP feeds and WebSockets; AES-256 at rest.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Granular Consent &amp; Auditability: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Every data access request by external departments (RTO, Municipal) requires digital approval token.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Legal Admissibility: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  Cryptographic SHA-256 hash checks on event snapshots ensure evidence integrity for judicial filing.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alibri"/>
              </a:defRPr>
            </a:pPr>
            <a:r>
              <a:t>SENTINELGRID — GUJARAT POLICE INNOVATION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Hackathon Rubric Compliance Matrix (10/10)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Dimensions 1 - 5 Evaluation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1. GIS Mapping: Leaflet.js + PostGIS `GEOGRAPHY(POINT,4326)`.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2. Database Schema: PostgreSQL 15 + PostGIS 3.3 tables.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3. Camera Onboarding: Manual form + CSV bulk upload widget.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4. Department RBAC: JWT claims scoped across 5 departments.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5. Watchlist &amp; AI: 5 categories, ANPR &amp; face cosine similarity.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Dimensions 6 - 10 Evaluation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6. WebSocket Alerts: Sub-100ms push with audio &amp; pulsing map pins.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7. Vehicle Route Tracking: Step 4 centerpiece (`GJ-01-AB-1234`).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8. Audit Trail: Tamper-evident query audit logging.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9. Adapters &amp; DR: RTSP feeds, DR failover, DPDP compliance.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10. Documentation: High-Level Design, ERD, Scalability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Calibri"/>
              </a:defRPr>
            </a:pPr>
            <a:r>
              <a:t>SENTINELGRID — SUMMARY &amp; FUTURE HORIZONS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Empowering Gujarat Police with Modern GIS Intelligence &amp; Real-Time AI Intercepts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474720"/>
            <a:ext cx="4937760" cy="25603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11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Calibri"/>
              </a:defRPr>
            </a:pPr>
            <a:r>
              <a:t>Immediate Operational Benefits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Reduces suspect tracking time from hours to seconds.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Eliminates surveillance blind spots across national highways.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Guarantees legal compliance with tamper-evident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474720"/>
            <a:ext cx="4937760" cy="25603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9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611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A826"/>
                </a:solidFill>
                <a:latin typeface="Calibri"/>
              </a:defRPr>
            </a:pPr>
            <a:r>
              <a:t>Future Roadmap Capabilities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Integration with FASTag toll plaza camera feeds.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Predictive AI vehicle trajectory modeling.</a:t>
            </a:r>
          </a:p>
          <a:p>
            <a:pPr>
              <a:spcBef>
                <a:spcPts val="400"/>
              </a:spcBef>
              <a:defRPr sz="1300">
                <a:solidFill>
                  <a:srgbClr val="DCE1EB"/>
                </a:solidFill>
                <a:latin typeface="Calibri"/>
              </a:defRPr>
            </a:pPr>
            <a:r>
              <a:t>• Mobile field app for instant officer intercept push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